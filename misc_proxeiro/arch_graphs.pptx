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295C8-00B6-26E5-883E-A590BBF790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3ABBE8-EABB-9B06-8116-EAEC56B20F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3A13A-B352-6B9C-7225-E8CA06B47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011B7-9929-FD3F-F69E-D07601330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A566F-EEE1-96D0-ED45-CACB72FEE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86CA-8076-8656-E276-6BB712FB1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5E1A-4E06-E3F4-6011-16A63C06E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EF5A0-6FB9-6AB3-BD6E-046B4655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C6BA1-03D8-605F-97BF-02D6AFD71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8E050-8DFE-0E72-427F-60F2286CB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97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4DF55-8B76-3B90-B967-164EE5B31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00FE3-C139-5999-6BD3-0B5184CC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7412A-E6A4-8733-3CB0-4E00D6BB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CF3D0-88FA-F0F0-7268-9D55584CB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49C43-790E-3C16-AFD2-B99C954D4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6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E8C3-23D8-C666-7DEF-FD1F0F4AD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1AA34-4207-EA10-4BB9-7CA3BEC19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86851-C729-2602-71CC-F373E024B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48E5C-D35F-C48B-1C84-15A47789B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14EF3C-867A-8805-7EA9-DC4D04206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B388B-65CC-97BE-00A1-EEB26F5B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6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61D26-5C44-6E28-5011-6B8407054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79BFC-90DF-C972-9B6D-6F09CBDE5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6FBB04-39E0-BF92-6FED-6CDFE2BFF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AE959-41B0-0DE1-1BFE-E254478A3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61E4A-09E6-6F13-3924-835DB05C30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085706-7615-1FBB-1707-1FE98B7E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A69B1-20B4-0ECB-C48F-B0EFB8F46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C952CC-5B46-9CC1-0341-E81DC928D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9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99270-E2FB-6DBB-F060-AC079849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3D0BA4-BAE0-5E19-9DEC-51437D3C1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AF984-8B11-1B02-86DB-9625A8DA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00333-10EA-6EAD-77AD-232B384DE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410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9D549-AE7E-1AB9-C497-C3DA73C3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F78A4-C2B0-9EC5-A655-66B1E49A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C89E0-F67F-5F35-43D3-C53CA7846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66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3C433-ECDE-CF99-3D74-00DFAD88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094EC-ECF4-B024-B5CE-91F2DB523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5CF8B5-F777-4E63-85B2-57522706E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36FA8-B2C0-B21F-9528-6E198AAF2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89ABD1-BFF8-AE1B-C924-EB23B0893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077BB-A90B-7BC3-EDD9-78019EF0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5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C6B86-BA3B-D4EF-252E-2962491C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D5F56-AAAD-1919-49B4-A74E03DF7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1190D9-A72A-FB35-5061-A46A32D43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ABCF62-A1C8-C84A-CB4C-169166E8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3C4A81-13E9-FB0A-1711-F19EFBBFF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AB1F5-8482-6753-019D-7B1926F5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3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3494-3690-BF13-A9C1-199DDA133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05863-B9CF-F5E0-2B79-17BC779A0C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05460-33C6-0645-2D20-B1C67C01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1DF88-28C3-4B4E-2D14-B244C9A4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91A92-CAA1-A286-7929-064B136A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F68D6-DBD9-DFF0-C6B0-838501FDF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6D81A-A83E-52DE-66A1-A7256F539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478DF-01BD-487F-DA70-7D710AAF7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2536B-2BA1-19D1-DF30-055FDE7B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98A06-9805-2791-4D8F-08D8AC5DE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06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3871E-5D8D-6FA9-9650-7505CA4C0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CE4B5-6A3D-965A-E0D1-B258055E2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1B84C-DB54-1EBF-BD90-C684B966F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C2D50-4BB6-4CFC-9964-271403DBA71F}" type="datetimeFigureOut">
              <a:rPr lang="en-US" smtClean="0"/>
              <a:t>20-Dec-25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7627A-59F8-8BD1-9810-9BE05BC71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628A5-8CE1-C8A3-DD12-20EFB8E32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6013F-7860-4609-B06D-ECFAA39E32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A91F68-CD01-9893-8917-B991674C53DD}"/>
              </a:ext>
            </a:extLst>
          </p:cNvPr>
          <p:cNvSpPr/>
          <p:nvPr/>
        </p:nvSpPr>
        <p:spPr>
          <a:xfrm>
            <a:off x="2708672" y="744096"/>
            <a:ext cx="6254353" cy="2286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DFD46F-3D6D-AF28-5A82-21E4FEBA8CDC}"/>
              </a:ext>
            </a:extLst>
          </p:cNvPr>
          <p:cNvSpPr/>
          <p:nvPr/>
        </p:nvSpPr>
        <p:spPr>
          <a:xfrm>
            <a:off x="1447799" y="1328736"/>
            <a:ext cx="933449" cy="457200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</a:p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F05A57-2DC0-EA3B-CDED-05B1398483D7}"/>
              </a:ext>
            </a:extLst>
          </p:cNvPr>
          <p:cNvSpPr/>
          <p:nvPr/>
        </p:nvSpPr>
        <p:spPr>
          <a:xfrm>
            <a:off x="2847975" y="1314450"/>
            <a:ext cx="752475" cy="485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Block</a:t>
            </a:r>
          </a:p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Dense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B4777-D5D4-A9B7-9FC7-7016620F98BE}"/>
              </a:ext>
            </a:extLst>
          </p:cNvPr>
          <p:cNvSpPr/>
          <p:nvPr/>
        </p:nvSpPr>
        <p:spPr>
          <a:xfrm>
            <a:off x="4048125" y="1314450"/>
            <a:ext cx="752475" cy="485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Block</a:t>
            </a:r>
          </a:p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Residual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1F9BC5-F93D-263C-780F-B70963972416}"/>
              </a:ext>
            </a:extLst>
          </p:cNvPr>
          <p:cNvSpPr/>
          <p:nvPr/>
        </p:nvSpPr>
        <p:spPr>
          <a:xfrm>
            <a:off x="5195887" y="1314450"/>
            <a:ext cx="752475" cy="485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Block</a:t>
            </a:r>
          </a:p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Residual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76F7E-807B-F8EF-211B-9AC08BB5140F}"/>
              </a:ext>
            </a:extLst>
          </p:cNvPr>
          <p:cNvSpPr txBox="1"/>
          <p:nvPr/>
        </p:nvSpPr>
        <p:spPr>
          <a:xfrm>
            <a:off x="4786312" y="131445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A9CD30-BBA1-32E8-E25F-7F3FFEBCF8EF}"/>
              </a:ext>
            </a:extLst>
          </p:cNvPr>
          <p:cNvSpPr txBox="1"/>
          <p:nvPr/>
        </p:nvSpPr>
        <p:spPr>
          <a:xfrm>
            <a:off x="4205286" y="368148"/>
            <a:ext cx="3090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Neural Network Architecture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48B63B-7DE6-FAC4-8218-CD3E333BED54}"/>
              </a:ext>
            </a:extLst>
          </p:cNvPr>
          <p:cNvSpPr/>
          <p:nvPr/>
        </p:nvSpPr>
        <p:spPr>
          <a:xfrm>
            <a:off x="6324599" y="933449"/>
            <a:ext cx="2447927" cy="124777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24FC43-9BBD-FA7D-125A-E5A168CE56EA}"/>
              </a:ext>
            </a:extLst>
          </p:cNvPr>
          <p:cNvSpPr/>
          <p:nvPr/>
        </p:nvSpPr>
        <p:spPr>
          <a:xfrm>
            <a:off x="6543673" y="1314450"/>
            <a:ext cx="752475" cy="485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latin typeface="Helvetica" panose="020B0604020202020204" pitchFamily="34" charset="0"/>
                <a:cs typeface="Helvetica" panose="020B0604020202020204" pitchFamily="34" charset="0"/>
              </a:rPr>
              <a:t>Fuzzify</a:t>
            </a:r>
            <a:endParaRPr lang="en-US" sz="11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08B440A-1DD4-9198-B347-A1E2BE55BDD6}"/>
              </a:ext>
            </a:extLst>
          </p:cNvPr>
          <p:cNvSpPr/>
          <p:nvPr/>
        </p:nvSpPr>
        <p:spPr>
          <a:xfrm>
            <a:off x="7467599" y="1314450"/>
            <a:ext cx="1133475" cy="485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 err="1">
                <a:latin typeface="Helvetica" panose="020B0604020202020204" pitchFamily="34" charset="0"/>
                <a:cs typeface="Helvetica" panose="020B0604020202020204" pitchFamily="34" charset="0"/>
              </a:rPr>
              <a:t>Defyzzification</a:t>
            </a:r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 layer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3F36972-5B64-0559-7E37-9F7A340FA3AA}"/>
              </a:ext>
            </a:extLst>
          </p:cNvPr>
          <p:cNvCxnSpPr>
            <a:stCxn id="10" idx="3"/>
            <a:endCxn id="22" idx="1"/>
          </p:cNvCxnSpPr>
          <p:nvPr/>
        </p:nvCxnSpPr>
        <p:spPr>
          <a:xfrm flipV="1">
            <a:off x="5948362" y="1557337"/>
            <a:ext cx="376237" cy="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E15C834-BD0A-0524-2DA0-135D3DE443E9}"/>
              </a:ext>
            </a:extLst>
          </p:cNvPr>
          <p:cNvSpPr/>
          <p:nvPr/>
        </p:nvSpPr>
        <p:spPr>
          <a:xfrm>
            <a:off x="3648075" y="2249782"/>
            <a:ext cx="1685925" cy="573643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Explainable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Component</a:t>
            </a: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5288583E-B720-917F-0EE6-FBDBEA013C52}"/>
              </a:ext>
            </a:extLst>
          </p:cNvPr>
          <p:cNvCxnSpPr>
            <a:stCxn id="19" idx="2"/>
            <a:endCxn id="25" idx="3"/>
          </p:cNvCxnSpPr>
          <p:nvPr/>
        </p:nvCxnSpPr>
        <p:spPr>
          <a:xfrm rot="5400000">
            <a:off x="5758767" y="1375459"/>
            <a:ext cx="736379" cy="1585911"/>
          </a:xfrm>
          <a:prstGeom prst="bentConnector2">
            <a:avLst/>
          </a:prstGeom>
          <a:ln>
            <a:solidFill>
              <a:schemeClr val="accent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56FB099-573F-7C08-0194-B059ED5A36F5}"/>
              </a:ext>
            </a:extLst>
          </p:cNvPr>
          <p:cNvCxnSpPr>
            <a:cxnSpLocks/>
          </p:cNvCxnSpPr>
          <p:nvPr/>
        </p:nvCxnSpPr>
        <p:spPr>
          <a:xfrm>
            <a:off x="8610600" y="1557336"/>
            <a:ext cx="5143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6A79950-CCEB-981E-9706-28E89A8BC4F6}"/>
                  </a:ext>
                </a:extLst>
              </p:cNvPr>
              <p:cNvSpPr txBox="1"/>
              <p:nvPr/>
            </p:nvSpPr>
            <p:spPr>
              <a:xfrm>
                <a:off x="8991600" y="1222117"/>
                <a:ext cx="17490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Output prediction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1200" b="0" i="1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̂</m:t>
                      </m:r>
                    </m:oMath>
                  </m:oMathPara>
                </a14:m>
                <a:endParaRPr lang="en-US" sz="12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6A79950-CCEB-981E-9706-28E89A8BC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600" y="1222117"/>
                <a:ext cx="1749027" cy="461665"/>
              </a:xfrm>
              <a:prstGeom prst="rect">
                <a:avLst/>
              </a:prstGeom>
              <a:blipFill>
                <a:blip r:embed="rId2"/>
                <a:stretch>
                  <a:fillRect t="-1316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9853CF1-C1AA-8AB7-81A5-C9B67C5EE85D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600450" y="1557338"/>
            <a:ext cx="4476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0C281A6-3BDC-2CE0-E7DF-AC2CDD2558B4}"/>
              </a:ext>
            </a:extLst>
          </p:cNvPr>
          <p:cNvCxnSpPr/>
          <p:nvPr/>
        </p:nvCxnSpPr>
        <p:spPr>
          <a:xfrm>
            <a:off x="2390774" y="1557336"/>
            <a:ext cx="4476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6221E31-089D-E948-1492-75FFBF06D838}"/>
              </a:ext>
            </a:extLst>
          </p:cNvPr>
          <p:cNvSpPr txBox="1"/>
          <p:nvPr/>
        </p:nvSpPr>
        <p:spPr>
          <a:xfrm>
            <a:off x="3764904" y="3158977"/>
            <a:ext cx="16500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Root cause analysis         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649CC0B-5FD3-C0C3-8857-1C8D24403A60}"/>
              </a:ext>
            </a:extLst>
          </p:cNvPr>
          <p:cNvCxnSpPr>
            <a:cxnSpLocks/>
          </p:cNvCxnSpPr>
          <p:nvPr/>
        </p:nvCxnSpPr>
        <p:spPr>
          <a:xfrm>
            <a:off x="4448175" y="2820419"/>
            <a:ext cx="0" cy="3777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98C6164-7DA2-0854-983B-0A3CB4002480}"/>
              </a:ext>
            </a:extLst>
          </p:cNvPr>
          <p:cNvSpPr txBox="1"/>
          <p:nvPr/>
        </p:nvSpPr>
        <p:spPr>
          <a:xfrm>
            <a:off x="6324599" y="942587"/>
            <a:ext cx="3090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Helvetica" panose="020B0604020202020204" pitchFamily="34" charset="0"/>
                <a:cs typeface="Helvetica" panose="020B0604020202020204" pitchFamily="34" charset="0"/>
              </a:rPr>
              <a:t>BlockFuzzy</a:t>
            </a:r>
            <a:endParaRPr lang="en-US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E113E02-D3EE-621C-592E-B97A705A308D}"/>
              </a:ext>
            </a:extLst>
          </p:cNvPr>
          <p:cNvSpPr/>
          <p:nvPr/>
        </p:nvSpPr>
        <p:spPr>
          <a:xfrm>
            <a:off x="2776539" y="933448"/>
            <a:ext cx="3314698" cy="1029507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606A2C-E31D-9885-CD0E-5ADA48F6BD2D}"/>
              </a:ext>
            </a:extLst>
          </p:cNvPr>
          <p:cNvSpPr txBox="1"/>
          <p:nvPr/>
        </p:nvSpPr>
        <p:spPr>
          <a:xfrm>
            <a:off x="2781301" y="942972"/>
            <a:ext cx="30908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Feature extractor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A2D72D2-20EB-7820-0146-C312B3028512}"/>
              </a:ext>
            </a:extLst>
          </p:cNvPr>
          <p:cNvCxnSpPr>
            <a:stCxn id="19" idx="3"/>
          </p:cNvCxnSpPr>
          <p:nvPr/>
        </p:nvCxnSpPr>
        <p:spPr>
          <a:xfrm flipV="1">
            <a:off x="7296148" y="1557336"/>
            <a:ext cx="171451" cy="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29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4427F1-58EB-B5CF-2AEA-B626CCCDEFEB}"/>
              </a:ext>
            </a:extLst>
          </p:cNvPr>
          <p:cNvSpPr/>
          <p:nvPr/>
        </p:nvSpPr>
        <p:spPr>
          <a:xfrm>
            <a:off x="1707864" y="818970"/>
            <a:ext cx="3416586" cy="11594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C28C0-8A71-5804-3432-69EE6322C9FA}"/>
              </a:ext>
            </a:extLst>
          </p:cNvPr>
          <p:cNvSpPr txBox="1"/>
          <p:nvPr/>
        </p:nvSpPr>
        <p:spPr>
          <a:xfrm>
            <a:off x="1886582" y="295568"/>
            <a:ext cx="1978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Inference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391936-C898-A012-5B78-33889F0CB8A7}"/>
              </a:ext>
            </a:extLst>
          </p:cNvPr>
          <p:cNvSpPr/>
          <p:nvPr/>
        </p:nvSpPr>
        <p:spPr>
          <a:xfrm>
            <a:off x="1947862" y="1224965"/>
            <a:ext cx="787008" cy="495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Layer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F168B9-44DE-11B9-0144-589148DC298D}"/>
              </a:ext>
            </a:extLst>
          </p:cNvPr>
          <p:cNvSpPr/>
          <p:nvPr/>
        </p:nvSpPr>
        <p:spPr>
          <a:xfrm>
            <a:off x="3046217" y="1224965"/>
            <a:ext cx="787008" cy="4953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Helvetica" panose="020B0604020202020204" pitchFamily="34" charset="0"/>
                <a:cs typeface="Helvetica" panose="020B0604020202020204" pitchFamily="34" charset="0"/>
              </a:rPr>
              <a:t>Layer 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4979C0F-1042-EAFB-FFB9-654D9C41DFF9}"/>
                  </a:ext>
                </a:extLst>
              </p:cNvPr>
              <p:cNvSpPr/>
              <p:nvPr/>
            </p:nvSpPr>
            <p:spPr>
              <a:xfrm>
                <a:off x="255392" y="1194564"/>
                <a:ext cx="1142999" cy="57997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algn="ctr"/>
                <a:r>
                  <a:rPr lang="en-US" sz="1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Input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1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algn="ctr"/>
                <a:endParaRPr lang="en-US" sz="11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4979C0F-1042-EAFB-FFB9-654D9C41DF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92" y="1194564"/>
                <a:ext cx="1142999" cy="579977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8345F595-5DDC-53DE-F500-67F40DC9CBB1}"/>
              </a:ext>
            </a:extLst>
          </p:cNvPr>
          <p:cNvSpPr/>
          <p:nvPr/>
        </p:nvSpPr>
        <p:spPr>
          <a:xfrm>
            <a:off x="4151775" y="1224965"/>
            <a:ext cx="787008" cy="4953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Block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Fuzzy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E3F1CF-5C9F-C5E0-1159-867E04BA5BEE}"/>
              </a:ext>
            </a:extLst>
          </p:cNvPr>
          <p:cNvSpPr txBox="1"/>
          <p:nvPr/>
        </p:nvSpPr>
        <p:spPr>
          <a:xfrm>
            <a:off x="1707863" y="864041"/>
            <a:ext cx="19782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Helvetica" panose="020B0604020202020204" pitchFamily="34" charset="0"/>
                <a:cs typeface="Helvetica" panose="020B0604020202020204" pitchFamily="34" charset="0"/>
              </a:rPr>
              <a:t>Teacher Network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CF0495D-50BA-A49F-5BD8-781CB4C7C072}"/>
              </a:ext>
            </a:extLst>
          </p:cNvPr>
          <p:cNvCxnSpPr>
            <a:cxnSpLocks/>
            <a:stCxn id="11" idx="6"/>
          </p:cNvCxnSpPr>
          <p:nvPr/>
        </p:nvCxnSpPr>
        <p:spPr>
          <a:xfrm>
            <a:off x="1398391" y="1484553"/>
            <a:ext cx="30947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F13B6B-747F-DF8B-3156-6A285980B334}"/>
              </a:ext>
            </a:extLst>
          </p:cNvPr>
          <p:cNvCxnSpPr>
            <a:cxnSpLocks/>
          </p:cNvCxnSpPr>
          <p:nvPr/>
        </p:nvCxnSpPr>
        <p:spPr>
          <a:xfrm flipV="1">
            <a:off x="2741187" y="1472615"/>
            <a:ext cx="311347" cy="87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93B6A7-8A60-EF02-A952-2F9B95E6E62B}"/>
              </a:ext>
            </a:extLst>
          </p:cNvPr>
          <p:cNvCxnSpPr>
            <a:cxnSpLocks/>
          </p:cNvCxnSpPr>
          <p:nvPr/>
        </p:nvCxnSpPr>
        <p:spPr>
          <a:xfrm flipV="1">
            <a:off x="3842009" y="1463835"/>
            <a:ext cx="311347" cy="87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4B2B6E3B-FA13-9151-2184-0DB523AF7996}"/>
              </a:ext>
            </a:extLst>
          </p:cNvPr>
          <p:cNvSpPr/>
          <p:nvPr/>
        </p:nvSpPr>
        <p:spPr>
          <a:xfrm>
            <a:off x="255392" y="2276475"/>
            <a:ext cx="1142998" cy="76066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KNN sampling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Local neighborhood of K neighbors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A4EDCE9-9F2B-8209-27F3-9A35A1AC4162}"/>
              </a:ext>
            </a:extLst>
          </p:cNvPr>
          <p:cNvCxnSpPr>
            <a:cxnSpLocks/>
            <a:stCxn id="11" idx="4"/>
            <a:endCxn id="20" idx="0"/>
          </p:cNvCxnSpPr>
          <p:nvPr/>
        </p:nvCxnSpPr>
        <p:spPr>
          <a:xfrm flipH="1">
            <a:off x="826891" y="1774541"/>
            <a:ext cx="1" cy="5019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BC60E58-1400-C731-12B7-264C83F6D1F8}"/>
                  </a:ext>
                </a:extLst>
              </p:cNvPr>
              <p:cNvSpPr/>
              <p:nvPr/>
            </p:nvSpPr>
            <p:spPr>
              <a:xfrm>
                <a:off x="255391" y="3530870"/>
                <a:ext cx="1142999" cy="579977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1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algn="ctr"/>
                <a:r>
                  <a:rPr lang="en-US" sz="1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K Samples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</m:ctrlPr>
                      </m:sSubPr>
                      <m:e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𝑠</m:t>
                        </m:r>
                      </m:e>
                      <m:sub>
                        <m:r>
                          <a:rPr lang="en-US" sz="1100" b="0" i="1" smtClean="0">
                            <a:latin typeface="Cambria Math" panose="02040503050406030204" pitchFamily="18" charset="0"/>
                            <a:cs typeface="Helvetica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1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}</a:t>
                </a:r>
              </a:p>
              <a:p>
                <a:pPr algn="ctr"/>
                <a:endParaRPr lang="en-US" sz="11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BC60E58-1400-C731-12B7-264C83F6D1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91" y="3530870"/>
                <a:ext cx="1142999" cy="579977"/>
              </a:xfrm>
              <a:prstGeom prst="ellipse">
                <a:avLst/>
              </a:prstGeom>
              <a:blipFill>
                <a:blip r:embed="rId3"/>
                <a:stretch>
                  <a:fillRect b="-82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F68418B-F358-8A87-41CC-65E705EDD20B}"/>
                  </a:ext>
                </a:extLst>
              </p:cNvPr>
              <p:cNvSpPr/>
              <p:nvPr/>
            </p:nvSpPr>
            <p:spPr>
              <a:xfrm>
                <a:off x="2041624" y="2408794"/>
                <a:ext cx="1142999" cy="579977"/>
              </a:xfrm>
              <a:prstGeom prst="ellipse">
                <a:avLst/>
              </a:prstGeom>
              <a:gradFill>
                <a:gsLst>
                  <a:gs pos="100000">
                    <a:srgbClr val="FF0000">
                      <a:alpha val="32000"/>
                    </a:srgbClr>
                  </a:gs>
                  <a:gs pos="100000">
                    <a:schemeClr val="accent6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6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Predicted class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1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y</m:t>
                    </m:r>
                    <m:r>
                      <a:rPr lang="en-US" sz="1100" b="0" i="1" smtClean="0">
                        <a:latin typeface="Cambria Math" panose="02040503050406030204" pitchFamily="18" charset="0"/>
                        <a:cs typeface="Helvetica" panose="020B0604020202020204" pitchFamily="34" charset="0"/>
                      </a:rPr>
                      <m:t>̂</m:t>
                    </m:r>
                  </m:oMath>
                </a14:m>
                <a:endParaRPr lang="en-US" sz="11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F68418B-F358-8A87-41CC-65E705EDD2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1624" y="2408794"/>
                <a:ext cx="1142999" cy="57997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DE19CC90-F882-3530-5AB4-D4FC65F1AC81}"/>
              </a:ext>
            </a:extLst>
          </p:cNvPr>
          <p:cNvCxnSpPr>
            <a:stCxn id="12" idx="2"/>
            <a:endCxn id="28" idx="6"/>
          </p:cNvCxnSpPr>
          <p:nvPr/>
        </p:nvCxnSpPr>
        <p:spPr>
          <a:xfrm rot="5400000">
            <a:off x="3375692" y="1529196"/>
            <a:ext cx="978518" cy="1360656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CFD6A26-A292-B83A-718F-F965CB5A15A6}"/>
              </a:ext>
            </a:extLst>
          </p:cNvPr>
          <p:cNvSpPr/>
          <p:nvPr/>
        </p:nvSpPr>
        <p:spPr>
          <a:xfrm>
            <a:off x="2041623" y="3452439"/>
            <a:ext cx="1142999" cy="73683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Fuzzy Decision Tree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(Local student)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ED63CFF-E5A3-6113-D5C1-3AA9FF79C87C}"/>
              </a:ext>
            </a:extLst>
          </p:cNvPr>
          <p:cNvCxnSpPr>
            <a:stCxn id="26" idx="6"/>
            <a:endCxn id="31" idx="1"/>
          </p:cNvCxnSpPr>
          <p:nvPr/>
        </p:nvCxnSpPr>
        <p:spPr>
          <a:xfrm flipV="1">
            <a:off x="1398390" y="3820858"/>
            <a:ext cx="643233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B7335B0-88F9-CC96-470A-E0C0BF3DEB44}"/>
              </a:ext>
            </a:extLst>
          </p:cNvPr>
          <p:cNvCxnSpPr>
            <a:stCxn id="28" idx="4"/>
          </p:cNvCxnSpPr>
          <p:nvPr/>
        </p:nvCxnSpPr>
        <p:spPr>
          <a:xfrm flipH="1">
            <a:off x="2613123" y="2988771"/>
            <a:ext cx="1" cy="44022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57612F1-3877-60A5-7D70-FDF38947DC0A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826891" y="3037142"/>
            <a:ext cx="0" cy="4937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F67C696-FAC9-4E33-9DF4-652D013EB54F}"/>
              </a:ext>
            </a:extLst>
          </p:cNvPr>
          <p:cNvSpPr/>
          <p:nvPr/>
        </p:nvSpPr>
        <p:spPr>
          <a:xfrm>
            <a:off x="2199822" y="4605819"/>
            <a:ext cx="826599" cy="579648"/>
          </a:xfrm>
          <a:prstGeom prst="rect">
            <a:avLst/>
          </a:prstGeom>
          <a:gradFill>
            <a:gsLst>
              <a:gs pos="75000">
                <a:srgbClr val="93C889"/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Local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Rules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(IF THEN)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D9721E-65A8-EEF2-336A-7F417697CE2F}"/>
              </a:ext>
            </a:extLst>
          </p:cNvPr>
          <p:cNvSpPr/>
          <p:nvPr/>
        </p:nvSpPr>
        <p:spPr>
          <a:xfrm>
            <a:off x="4144864" y="3537490"/>
            <a:ext cx="787008" cy="4953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Saliency maps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DD0404-1BA7-9936-4A0A-390817D60F6F}"/>
              </a:ext>
            </a:extLst>
          </p:cNvPr>
          <p:cNvSpPr/>
          <p:nvPr/>
        </p:nvSpPr>
        <p:spPr>
          <a:xfrm>
            <a:off x="4144864" y="4605819"/>
            <a:ext cx="787008" cy="495300"/>
          </a:xfrm>
          <a:prstGeom prst="rect">
            <a:avLst/>
          </a:prstGeom>
          <a:gradFill>
            <a:gsLst>
              <a:gs pos="75000">
                <a:srgbClr val="93C889"/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Root Cause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Analysis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5D38272-A41B-1848-18FD-D6056835276C}"/>
              </a:ext>
            </a:extLst>
          </p:cNvPr>
          <p:cNvCxnSpPr>
            <a:cxnSpLocks/>
          </p:cNvCxnSpPr>
          <p:nvPr/>
        </p:nvCxnSpPr>
        <p:spPr>
          <a:xfrm>
            <a:off x="4545279" y="2449013"/>
            <a:ext cx="0" cy="10818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BCB4D47-83BB-B41A-0D49-1A658D68046A}"/>
              </a:ext>
            </a:extLst>
          </p:cNvPr>
          <p:cNvCxnSpPr>
            <a:cxnSpLocks/>
          </p:cNvCxnSpPr>
          <p:nvPr/>
        </p:nvCxnSpPr>
        <p:spPr>
          <a:xfrm>
            <a:off x="4538368" y="4026170"/>
            <a:ext cx="0" cy="5796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6F958A0-0F15-1A06-7B88-7AD6F8D21A9A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 flipH="1">
            <a:off x="2613122" y="4189277"/>
            <a:ext cx="1" cy="4165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390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76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Helvetica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KALOGEROPOULOS DIONYSIOS</dc:creator>
  <cp:lastModifiedBy>KALOGEROPOULOS DIONYSIOS</cp:lastModifiedBy>
  <cp:revision>33</cp:revision>
  <dcterms:created xsi:type="dcterms:W3CDTF">2025-12-20T16:37:49Z</dcterms:created>
  <dcterms:modified xsi:type="dcterms:W3CDTF">2025-12-20T17:35:24Z</dcterms:modified>
</cp:coreProperties>
</file>